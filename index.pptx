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7863" y="-785913"/>
            <a:ext cx="9794650" cy="7983126"/>
          </a:xfrm>
          <a:prstGeom prst="rect">
            <a:avLst/>
          </a:prstGeom>
          <a:solidFill>
            <a:srgbClr val="14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</a:rPr>
              <a:t>            Guided by </a:t>
            </a:r>
          </a:p>
          <a:p>
            <a:r>
              <a:rPr lang="en-US" sz="2400" b="1" dirty="0">
                <a:solidFill>
                  <a:srgbClr val="FFFFFF"/>
                </a:solidFill>
              </a:rPr>
              <a:t>       </a:t>
            </a:r>
            <a:r>
              <a:rPr lang="en-US" sz="2400" b="1" dirty="0" err="1">
                <a:solidFill>
                  <a:srgbClr val="FFFFFF"/>
                </a:solidFill>
              </a:rPr>
              <a:t>Dr.A.Maheshbabu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21305" y="3097161"/>
            <a:ext cx="4452458" cy="2179451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P.Dhanalakhsmi-2510030312</a:t>
            </a:r>
          </a:p>
          <a:p>
            <a:pPr algn="ctr"/>
            <a:r>
              <a:rPr lang="en-IN"/>
              <a:t>V.shlokasree-2510030220</a:t>
            </a:r>
          </a:p>
          <a:p>
            <a:pPr algn="ctr"/>
            <a:r>
              <a:rPr lang="en-IN"/>
              <a:t>A.Harishitha-2510030212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100052" y="-167147"/>
            <a:ext cx="554539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rgbClr val="FFFFFF"/>
                </a:solidFill>
              </a:rPr>
              <a:t>HOSPITAL MANAGEMENT SYSTEM</a:t>
            </a:r>
            <a:endParaRPr lang="en-IN" sz="3600" b="1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A Java-Based Application Using Data Structures
KL University | 2025-26</a:t>
            </a:r>
          </a:p>
          <a:p>
            <a:endParaRPr lang="en-IN" sz="3600" b="1" dirty="0">
              <a:solidFill>
                <a:srgbClr val="FFFFFF"/>
              </a:solidFill>
            </a:endParaRPr>
          </a:p>
          <a:p>
            <a:r>
              <a:rPr lang="en-IN" sz="2800" b="1" dirty="0">
                <a:solidFill>
                  <a:srgbClr val="FFFFFF"/>
                </a:solidFill>
              </a:rPr>
              <a:t>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-113070" y="0"/>
            <a:ext cx="45719" cy="1366685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406BE-8697-B37C-A702-8BEA1D967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272" y="-266083"/>
            <a:ext cx="4398505" cy="2087649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DEFB40F-8D40-31C8-50FA-8BFC0E584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8581" y="3252385"/>
            <a:ext cx="3328218" cy="287377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    </a:t>
            </a:r>
          </a:p>
          <a:p>
            <a:pPr marL="0" indent="0">
              <a:buNone/>
            </a:pPr>
            <a:r>
              <a:rPr lang="en-IN" dirty="0">
                <a:highlight>
                  <a:srgbClr val="C0C0C0"/>
                </a:highlight>
              </a:rPr>
              <a:t>Guided by </a:t>
            </a:r>
            <a:r>
              <a:rPr lang="en-IN" dirty="0" err="1">
                <a:highlight>
                  <a:srgbClr val="C0C0C0"/>
                </a:highlight>
              </a:rPr>
              <a:t>Dr.A.Maheshbabu</a:t>
            </a:r>
            <a:endParaRPr lang="en-IN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941" y="1885335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🏥 What is it?</a:t>
            </a:r>
          </a:p>
          <a:p>
            <a:r>
              <a:rPr dirty="0"/>
              <a:t>A console-based Hospital Management System built in Java.</a:t>
            </a:r>
          </a:p>
          <a:p>
            <a:endParaRPr dirty="0"/>
          </a:p>
          <a:p>
            <a:r>
              <a:rPr dirty="0"/>
              <a:t>⚙️ Core Technology</a:t>
            </a:r>
          </a:p>
          <a:p>
            <a:r>
              <a:rPr dirty="0"/>
              <a:t>Uses Arrays, Linked Lists (Patient History), Stack (Undo Billing), Queue (Patient Queue), </a:t>
            </a:r>
            <a:r>
              <a:rPr dirty="0" err="1"/>
              <a:t>QuickSort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💾 Data Persistence</a:t>
            </a:r>
          </a:p>
          <a:p>
            <a:r>
              <a:rPr dirty="0"/>
              <a:t>Patient data stored and reloaded from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FC231-6624-A471-40F9-80768492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-25306"/>
            <a:ext cx="3190476" cy="1514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dirty="0"/>
              <a:t>System Architecture &amp;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Arrays</a:t>
            </a:r>
          </a:p>
          <a:p>
            <a:r>
              <a:rPr dirty="0"/>
              <a:t>Patient IDs, names &amp; bills</a:t>
            </a:r>
          </a:p>
          <a:p>
            <a:endParaRPr dirty="0"/>
          </a:p>
          <a:p>
            <a:r>
              <a:rPr dirty="0"/>
              <a:t>Linked List</a:t>
            </a:r>
          </a:p>
          <a:p>
            <a:r>
              <a:rPr dirty="0"/>
              <a:t>Patient transaction history</a:t>
            </a:r>
          </a:p>
          <a:p>
            <a:endParaRPr dirty="0"/>
          </a:p>
          <a:p>
            <a:r>
              <a:rPr dirty="0"/>
              <a:t>Stack</a:t>
            </a:r>
          </a:p>
          <a:p>
            <a:r>
              <a:rPr dirty="0"/>
              <a:t>Undo billing operations</a:t>
            </a:r>
          </a:p>
          <a:p>
            <a:endParaRPr dirty="0"/>
          </a:p>
          <a:p>
            <a:r>
              <a:rPr dirty="0"/>
              <a:t>Queue</a:t>
            </a:r>
          </a:p>
          <a:p>
            <a:r>
              <a:rPr dirty="0"/>
              <a:t>Patient service order</a:t>
            </a:r>
          </a:p>
          <a:p>
            <a:endParaRPr dirty="0"/>
          </a:p>
          <a:p>
            <a:r>
              <a:rPr dirty="0" err="1"/>
              <a:t>QuickSort</a:t>
            </a:r>
            <a:endParaRPr dirty="0"/>
          </a:p>
          <a:p>
            <a:r>
              <a:rPr dirty="0"/>
              <a:t>Sort patients by bill amount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DEF2CB-4E2D-A193-AB13-CB426088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45245"/>
            <a:ext cx="3190476" cy="1514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dirty="0"/>
              <a:t>Features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 ➕ Add Patient</a:t>
            </a:r>
          </a:p>
          <a:p>
            <a:r>
              <a:rPr dirty="0"/>
              <a:t>2 💰 Generate Bill</a:t>
            </a:r>
          </a:p>
          <a:p>
            <a:r>
              <a:rPr dirty="0"/>
              <a:t>3 💸 Update Bill</a:t>
            </a:r>
          </a:p>
          <a:p>
            <a:r>
              <a:rPr dirty="0"/>
              <a:t>4 ↩️ Undo Last Billing</a:t>
            </a:r>
          </a:p>
          <a:p>
            <a:r>
              <a:rPr dirty="0"/>
              <a:t>5 📋 Add Patient to Queue</a:t>
            </a:r>
          </a:p>
          <a:p>
            <a:r>
              <a:rPr dirty="0"/>
              <a:t>6 ✅ Process Patient</a:t>
            </a:r>
          </a:p>
          <a:p>
            <a:r>
              <a:rPr dirty="0"/>
              <a:t>7 📊 Display All Patients</a:t>
            </a:r>
          </a:p>
          <a:p>
            <a:r>
              <a:rPr dirty="0"/>
              <a:t>8 🔢 Sort Patients by Bill</a:t>
            </a:r>
          </a:p>
          <a:p>
            <a:r>
              <a:rPr dirty="0"/>
              <a:t>9 📜 Show Patient History</a:t>
            </a:r>
          </a:p>
          <a:p>
            <a:r>
              <a:rPr dirty="0"/>
              <a:t>10 🚪 Exit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C355E-777B-CF46-539E-A725EF26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6" y="-96648"/>
            <a:ext cx="3190476" cy="1514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sz="2700" dirty="0"/>
              <a:t>Operation 1: Add Patient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err="1"/>
              <a:t>addPatient</a:t>
            </a:r>
            <a:r>
              <a:rPr lang="en-IN" sz="2000" dirty="0"/>
              <a:t>() method — Java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F1FD3-BB52-CB14-983E-3BB4B6B1B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6" y="2579739"/>
            <a:ext cx="7256205" cy="4081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705118-6C78-C83D-26C2-7B9640FC0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7" y="-159999"/>
            <a:ext cx="2826774" cy="1341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212" y="274638"/>
            <a:ext cx="7585587" cy="3154362"/>
          </a:xfrm>
        </p:spPr>
        <p:txBody>
          <a:bodyPr>
            <a:normAutofit/>
          </a:bodyPr>
          <a:lstStyle/>
          <a:p>
            <a:r>
              <a:rPr lang="en-US" sz="2400" dirty="0"/>
              <a:t>Operation 1: Add Patient — Output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5548"/>
            <a:ext cx="8229600" cy="3520615"/>
          </a:xfrm>
        </p:spPr>
        <p:txBody>
          <a:bodyPr/>
          <a:lstStyle/>
          <a:p>
            <a:pPr marL="2286000" lvl="5" indent="0">
              <a:buNone/>
            </a:pPr>
            <a:endParaRPr lang="en-IN" dirty="0"/>
          </a:p>
          <a:p>
            <a:pPr marL="2286000" lvl="5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6860D-F315-AB52-514E-B4766358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1" y="2253148"/>
            <a:ext cx="7511845" cy="4225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637213-3F0D-8BF7-79E5-99CA6B6AD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3577"/>
            <a:ext cx="3190476" cy="1514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168" y="1130710"/>
            <a:ext cx="7172632" cy="286928"/>
          </a:xfrm>
        </p:spPr>
        <p:txBody>
          <a:bodyPr>
            <a:normAutofit fontScale="90000"/>
          </a:bodyPr>
          <a:lstStyle/>
          <a:p>
            <a:r>
              <a:rPr sz="2400" dirty="0"/>
              <a:t>Operations 2 &amp; 3: Billing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 err="1"/>
              <a:t>generateBill</a:t>
            </a:r>
            <a:r>
              <a:rPr sz="1800" dirty="0"/>
              <a:t>() &amp; </a:t>
            </a:r>
            <a:r>
              <a:rPr sz="1800" dirty="0" err="1"/>
              <a:t>updateBill</a:t>
            </a:r>
            <a:r>
              <a:rPr sz="1800" dirty="0"/>
              <a:t>() methods —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6A48E-3C7F-B815-08F7-DDB3C7F9D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2368"/>
            <a:ext cx="7167716" cy="4031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45553-FE87-F8A4-2C59-D91172F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65" y="0"/>
            <a:ext cx="3190476" cy="1514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504" y="884903"/>
            <a:ext cx="7192296" cy="532735"/>
          </a:xfrm>
        </p:spPr>
        <p:txBody>
          <a:bodyPr>
            <a:normAutofit/>
          </a:bodyPr>
          <a:lstStyle/>
          <a:p>
            <a:r>
              <a:rPr sz="2400" dirty="0"/>
              <a:t>Operations 4, 5 &amp; 6: Undo / Queue —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Stack (Undo Billing) &amp; Queue (Patients) —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3C872-339C-8167-F2FD-E317ECAB9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2302642"/>
            <a:ext cx="7610168" cy="4280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1AD16F-FF32-1200-D756-733CD9CE7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6648"/>
            <a:ext cx="2784941" cy="1321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Data Structure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err="1"/>
              <a:t>PatientNode</a:t>
            </a:r>
            <a:r>
              <a:rPr lang="en-IN" sz="2000" dirty="0"/>
              <a:t>, </a:t>
            </a:r>
            <a:r>
              <a:rPr lang="en-IN" sz="2000" dirty="0" err="1"/>
              <a:t>UndoNode</a:t>
            </a:r>
            <a:r>
              <a:rPr lang="en-IN" sz="2000" dirty="0"/>
              <a:t>, </a:t>
            </a:r>
            <a:r>
              <a:rPr lang="en-IN" sz="2000" dirty="0" err="1"/>
              <a:t>QueueNode</a:t>
            </a:r>
            <a:r>
              <a:rPr lang="en-IN" sz="2000" dirty="0"/>
              <a:t> — Java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2970B-6C84-D4B0-F51A-11660D43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2228850"/>
            <a:ext cx="8229600" cy="462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BB4D7B-9FA7-5CD2-DA9A-7371ACBF1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07" y="87843"/>
            <a:ext cx="2381819" cy="11304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Sorting Patients — </a:t>
            </a:r>
            <a:r>
              <a:rPr sz="2400" dirty="0" err="1"/>
              <a:t>QuickSort</a:t>
            </a:r>
            <a:r>
              <a:rPr sz="2400" dirty="0"/>
              <a:t>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/>
              <a:t>quickSort</a:t>
            </a:r>
            <a:r>
              <a:rPr sz="2000" dirty="0"/>
              <a:t>() &amp; partition() —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550387-66E1-BFBE-9E3E-67AEB3B1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7" y="2337619"/>
            <a:ext cx="7403690" cy="4164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0A17C-EEE5-DBE4-E1D8-1A9CB013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89973" cy="1181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Data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/>
              <a:t>loadData</a:t>
            </a:r>
            <a:r>
              <a:rPr sz="2000" dirty="0"/>
              <a:t>() — reads patient data from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D1004-9793-05EF-F503-0A4D8E88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2177845"/>
            <a:ext cx="8298426" cy="4667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2F240B-2C6D-EB74-5819-8ADB63831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242"/>
            <a:ext cx="2728360" cy="12949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8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38" y="731836"/>
            <a:ext cx="7211961" cy="685801"/>
          </a:xfrm>
        </p:spPr>
        <p:txBody>
          <a:bodyPr>
            <a:normAutofit fontScale="90000"/>
          </a:bodyPr>
          <a:lstStyle/>
          <a:p>
            <a:r>
              <a:rPr dirty="0"/>
              <a:t>Conclusion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637" y="2159409"/>
            <a:ext cx="7669162" cy="2539181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📚 Applied DSA concepts</a:t>
            </a:r>
          </a:p>
          <a:p>
            <a:r>
              <a:rPr dirty="0"/>
              <a:t>💾 File handling for persistence</a:t>
            </a:r>
          </a:p>
          <a:p>
            <a:r>
              <a:rPr dirty="0"/>
              <a:t>🔍 Efficient searching</a:t>
            </a:r>
          </a:p>
          <a:p>
            <a:r>
              <a:rPr dirty="0"/>
              <a:t>🚀 Handles edge cases</a:t>
            </a:r>
          </a:p>
          <a:p>
            <a:r>
              <a:rPr lang="en-IN" dirty="0"/>
              <a:t>✅ Implemented 10 hospital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70E86-824F-359B-EEEB-F7EB7FE2C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09" y="0"/>
            <a:ext cx="2332657" cy="11071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296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  Project Overview</vt:lpstr>
      <vt:lpstr>  System Architecture &amp; Data Structures</vt:lpstr>
      <vt:lpstr>  Features &amp; Operations</vt:lpstr>
      <vt:lpstr>  Operation 1: Add Patient — Code</vt:lpstr>
      <vt:lpstr>Operation 1: Add Patient — Output</vt:lpstr>
      <vt:lpstr>Operations 2 &amp; 3: Billing — Code</vt:lpstr>
      <vt:lpstr>Operations 4, 5 &amp; 6: Undo / Queue — Code</vt:lpstr>
      <vt:lpstr>Data Structure Definitions</vt:lpstr>
      <vt:lpstr>Sorting Patients — QuickSort Code</vt:lpstr>
      <vt:lpstr>Data Persistence</vt:lpstr>
      <vt:lpstr>Conclusion &amp; Learnings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SHLOKA SREE</dc:creator>
  <cp:keywords/>
  <dc:description>generated using python-pptx</dc:description>
  <cp:lastModifiedBy>SHLOKA SREE V</cp:lastModifiedBy>
  <cp:revision>3</cp:revision>
  <dcterms:created xsi:type="dcterms:W3CDTF">2013-01-27T09:14:16Z</dcterms:created>
  <dcterms:modified xsi:type="dcterms:W3CDTF">2026-03-27T19:08:10Z</dcterms:modified>
  <cp:category/>
</cp:coreProperties>
</file>